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7CEA-C8C4-4ABB-C314-CAE1EB2AC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40908-69F8-CE14-05DC-FDAB82CFB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083EC-C821-BFCA-7E53-9DC2F540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DAC49-32A9-8D3D-8547-B85B4634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7E6AE-E4B5-82DF-4CD6-F237D5B7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6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6191-7205-FAFF-47D5-BE41A3DB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36A81-B09A-7148-20E0-1355AF6BF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CD0D6-2470-FC7F-F1B5-A2C47C1D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44C8A-A1D1-4499-1B1F-C1EF037E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CD68D-6FCB-93D3-D2CF-13A0AAF2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9554-4E17-6A50-0845-0EEEB106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0CE41-B413-B68C-A899-EAF202BE5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A3C52-3FEF-E245-E219-5BD0F682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D195E-62E6-1B15-65F0-B2EFB242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0903D-6E32-7E24-A2C1-B2A321BD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20A4-DBCF-2C11-AD18-3D326E82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A237-D44D-1E6E-B2FA-95C952F4A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7FB9A-A786-1C86-6D63-751B3ACBC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534DA-0B33-C53E-4332-5B7C816D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1E99F-E983-474C-8035-4431657E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66615-C345-F713-EC69-FCF5E179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3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BB9E-D930-39B2-A5D2-AFA4640C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89EB4-9194-F26A-0608-DFE4F62D1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31643-0D4D-9D85-8DDD-C0868A95D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68E8E-8E9D-E7DB-3266-18FECE609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A6DD8-27E8-2788-CE0A-85BE3ED71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0A734-F8BB-B415-D5BA-0612BEB5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BCB8A-3036-C8F6-EE0D-99D937BA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228CB-1D2C-D538-C190-CF93A27E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24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307C-9497-D866-3C5F-8D81B0B0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1118A-A968-3F88-9918-768EA41E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22AC4-C567-0EA5-4B77-12DB748E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A7DC4-4632-C818-1AE7-5B44ACEE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47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3D0865-BCB9-5A62-2829-2FBA0D02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E4E92-76FF-A8D0-1A96-33107405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D492A-2CAF-DC52-E664-E03E5BAD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1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D3AC-A3C8-E1B6-4678-D0073A90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276B1-806F-9BB2-E3F7-85A50172F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80193-60B0-15CB-05BF-20714C04C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A3617-12F6-5515-B184-032F90C4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0BDF-3FD5-7BEB-47B8-1AE6C0C8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93E6D-9A19-77F6-5931-D900EAE3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9DC1-6FAE-861B-BD7E-5D0D48A04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F6AE4-3CF4-9E36-21A1-3F03B8E3B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5A664-19CC-D504-6C75-021499428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20A0F-E00A-FA42-A34A-0B386AC7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B0E77-81E8-F5EC-7F8D-D33D9193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69D5B-BECD-D540-244B-7335294D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54AC-2E1A-2716-1989-8EB0E3DF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85E7B-EDF3-6F3B-80F5-4E1B1A5F8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35AA8-88C0-D3A0-9BE9-3E5687B2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C4DC6-D114-CCE7-C1C1-2290B724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FC564-5B62-16FE-52F1-85CB3B80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5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A5ED36-5AD8-909B-F475-A3B62A2A4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4F3FC-D6A8-FD29-B83A-1952DDA58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56B82-0715-492E-7E78-FD6CDACD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A85BD-1C1E-A405-34C4-D8E05B8D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0501D-3786-31D2-8608-52F0F15B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9E03B-E37B-8E14-5192-89FCBB8E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772EF-9F28-0975-10CD-9E720D8D6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ECC3-13A2-EB65-165E-6E0860292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3CDEE-9EDB-41D6-92AC-37D066DFC7EC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74D8-BC85-F3CE-3D12-27B557C01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9954D-F3E1-7FE2-74E1-837B5969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5FAE8-96FE-4BF4-A203-CD8A70733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5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6B6D3E-8AA2-BFDB-A69C-5956E0C0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8" y="2466893"/>
            <a:ext cx="11440028" cy="1409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97F420-858F-EBD4-85AF-63A01FC32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48" y="735167"/>
            <a:ext cx="11522704" cy="148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9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Denver Link</dc:creator>
  <cp:lastModifiedBy>Denver Link</cp:lastModifiedBy>
  <cp:revision>2</cp:revision>
  <dcterms:created xsi:type="dcterms:W3CDTF">2024-10-31T15:14:16Z</dcterms:created>
  <dcterms:modified xsi:type="dcterms:W3CDTF">2025-06-25T12:58:17Z</dcterms:modified>
</cp:coreProperties>
</file>